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5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8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68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77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00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2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3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2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74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96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514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AI Loan Risk Assessment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Capstone Project</a:t>
            </a:r>
          </a:p>
          <a:p>
            <a:r>
              <a:rPr lang="en-US" dirty="0"/>
              <a:t>Gbemisola Olaniyan</a:t>
            </a:r>
          </a:p>
          <a:p>
            <a:r>
              <a:rPr lang="en-US" dirty="0"/>
              <a:t>AISIP AI Hub</a:t>
            </a:r>
          </a:p>
          <a:p>
            <a:r>
              <a:rPr lang="en-US" dirty="0"/>
              <a:t>Nigeria</a:t>
            </a:r>
          </a:p>
          <a:p>
            <a:r>
              <a:rPr lang="en-US" dirty="0"/>
              <a:t>Pathway 3- AI Automation Cohort 1</a:t>
            </a:r>
          </a:p>
          <a:p>
            <a:r>
              <a:rPr lang="en-US"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loan processing system using AI</a:t>
            </a:r>
          </a:p>
          <a:p>
            <a:r>
              <a:t>Risk classification</a:t>
            </a:r>
          </a:p>
          <a:p>
            <a:r>
              <a:t>Approval/rejection decisions</a:t>
            </a:r>
          </a:p>
          <a:p>
            <a:r>
              <a:t>Email + Google Sheets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loan processing is slow</a:t>
            </a:r>
          </a:p>
          <a:p>
            <a:r>
              <a:t>Inconsistent decisions</a:t>
            </a:r>
          </a:p>
          <a:p>
            <a:r>
              <a:t>Human bias</a:t>
            </a:r>
          </a:p>
          <a:p>
            <a:r>
              <a:t>Difficult to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loan evaluation</a:t>
            </a:r>
          </a:p>
          <a:p>
            <a:r>
              <a:t>Improve decision speed</a:t>
            </a:r>
          </a:p>
          <a:p>
            <a:r>
              <a:t>Ensure consistency</a:t>
            </a:r>
          </a:p>
          <a:p>
            <a:r>
              <a:t>Reduce workload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n8n workflow automation</a:t>
            </a:r>
          </a:p>
          <a:p>
            <a:r>
              <a:t>OpenRouter AI (GPT-3.5 Turbo)</a:t>
            </a:r>
          </a:p>
          <a:p>
            <a:r>
              <a:t>Google Sheets</a:t>
            </a:r>
          </a:p>
          <a:p>
            <a:r>
              <a:t>Gmail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Sheets Trigger → HTTP Request → AI Analysis → Set Node → IF Node → Gmail → Sheets Update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Decision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Level: Low/Medium/High</a:t>
            </a:r>
          </a:p>
          <a:p>
            <a:r>
              <a:t>Decision: APPROVE/REJECT</a:t>
            </a:r>
          </a:p>
          <a:p>
            <a:r>
              <a:t>Reason: short explanation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Risk: Medium</a:t>
            </a:r>
          </a:p>
          <a:p>
            <a:r>
              <a:t>Decision: REJECT</a:t>
            </a:r>
          </a:p>
          <a:p>
            <a:r>
              <a:t>Reason: Income insufficient vs loan amount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Node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Decision = APPROVE → send approval email</a:t>
            </a:r>
          </a:p>
          <a:p>
            <a:r>
              <a:t>Else → send rejection email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Sends decision to applicant</a:t>
            </a:r>
          </a:p>
          <a:p>
            <a:r>
              <a:t>Includes risk level and reason</a:t>
            </a:r>
          </a:p>
          <a:p>
            <a:r>
              <a:t>Fully automated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applicant data in Google Sheets</a:t>
            </a:r>
          </a:p>
          <a:p>
            <a:r>
              <a:t>Includes timestamp and AI result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processing</a:t>
            </a:r>
          </a:p>
          <a:p>
            <a:r>
              <a:t>Automated decisions</a:t>
            </a:r>
          </a:p>
          <a:p>
            <a:r>
              <a:t>Reduced manual work</a:t>
            </a:r>
          </a:p>
          <a:p>
            <a:r>
              <a:t>Consistent evaluation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loan processing efficiency</a:t>
            </a:r>
          </a:p>
          <a:p>
            <a:r>
              <a:t>Supports financial decision-making</a:t>
            </a:r>
          </a:p>
          <a:p>
            <a:r>
              <a:t>Scalable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Depends on input quality</a:t>
            </a:r>
          </a:p>
          <a:p>
            <a:r>
              <a:t>Requires API access</a:t>
            </a:r>
          </a:p>
          <a:p>
            <a:r>
              <a:t>Not fully autonomous banking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credit scoring</a:t>
            </a:r>
          </a:p>
          <a:p>
            <a:r>
              <a:t>SMS notifications</a:t>
            </a:r>
          </a:p>
          <a:p>
            <a:r>
              <a:t>Dashboard UI</a:t>
            </a:r>
          </a:p>
          <a:p>
            <a:r>
              <a:t>Better AI model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AI automation system</a:t>
            </a:r>
          </a:p>
          <a:p>
            <a:r>
              <a:t>Real-world application of AI workflows</a:t>
            </a:r>
          </a:p>
          <a:p>
            <a:r>
              <a:t>Improves efficiency and decision-making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Thank You!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5</TotalTime>
  <Words>245</Words>
  <Application>Microsoft Office PowerPoint</Application>
  <PresentationFormat>On-screen Show (4:3)</PresentationFormat>
  <Paragraphs>71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Corbel</vt:lpstr>
      <vt:lpstr>Wingdings</vt:lpstr>
      <vt:lpstr>Banded</vt:lpstr>
      <vt:lpstr>AI Loan Risk Assessment Automation</vt:lpstr>
      <vt:lpstr>Project Overview</vt:lpstr>
      <vt:lpstr>Problem Statement</vt:lpstr>
      <vt:lpstr>Project Objective</vt:lpstr>
      <vt:lpstr>Tools Used</vt:lpstr>
      <vt:lpstr>System Workflow</vt:lpstr>
      <vt:lpstr>AI Decision Logic</vt:lpstr>
      <vt:lpstr>Sample Output</vt:lpstr>
      <vt:lpstr>IF Node Logic</vt:lpstr>
      <vt:lpstr>Email Automation</vt:lpstr>
      <vt:lpstr>Data Storage</vt:lpstr>
      <vt:lpstr>Results</vt:lpstr>
      <vt:lpstr>Impact</vt:lpstr>
      <vt:lpstr>Limitations</vt:lpstr>
      <vt:lpstr>Future Improvements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Tiana</dc:creator>
  <cp:keywords/>
  <dc:description>generated using python-pptx</dc:description>
  <cp:lastModifiedBy>Tiana</cp:lastModifiedBy>
  <cp:revision>2</cp:revision>
  <dcterms:created xsi:type="dcterms:W3CDTF">2013-01-27T09:14:16Z</dcterms:created>
  <dcterms:modified xsi:type="dcterms:W3CDTF">2026-05-21T06:17:17Z</dcterms:modified>
  <cp:category/>
</cp:coreProperties>
</file>